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 Kumar" userId="1a075e97e278b100" providerId="LiveId" clId="{C5D29782-17C2-4749-A828-E128C8BAC344}"/>
    <pc:docChg chg="modSld">
      <pc:chgData name="Ravi Kumar" userId="1a075e97e278b100" providerId="LiveId" clId="{C5D29782-17C2-4749-A828-E128C8BAC344}" dt="2025-08-20T15:48:19.817" v="5" actId="14100"/>
      <pc:docMkLst>
        <pc:docMk/>
      </pc:docMkLst>
      <pc:sldChg chg="modSp mod">
        <pc:chgData name="Ravi Kumar" userId="1a075e97e278b100" providerId="LiveId" clId="{C5D29782-17C2-4749-A828-E128C8BAC344}" dt="2025-08-20T15:48:19.817" v="5" actId="14100"/>
        <pc:sldMkLst>
          <pc:docMk/>
          <pc:sldMk cId="0" sldId="258"/>
        </pc:sldMkLst>
        <pc:spChg chg="mod">
          <ac:chgData name="Ravi Kumar" userId="1a075e97e278b100" providerId="LiveId" clId="{C5D29782-17C2-4749-A828-E128C8BAC344}" dt="2025-08-20T15:48:19.817" v="5" actId="14100"/>
          <ac:spMkLst>
            <pc:docMk/>
            <pc:sldMk cId="0" sldId="258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IT Working Group – Induction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Welcome to the Tech Family 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We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community of tech enthusiasts at MIT Muzaffarpur</a:t>
            </a:r>
          </a:p>
          <a:p>
            <a:r>
              <a:t>• Mission: Learn. Build. Share. Innovate.</a:t>
            </a:r>
          </a:p>
          <a:p>
            <a:r>
              <a:t>• Focus: Coding, Web, Hackathons, Projects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Join ITWG?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324285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Fun + Learning beyond syllabus</a:t>
            </a:r>
          </a:p>
          <a:p>
            <a:pPr marL="0" indent="0">
              <a:buNone/>
            </a:pPr>
            <a:r>
              <a:rPr dirty="0"/>
              <a:t>• Peer-to-peer mentorship</a:t>
            </a:r>
          </a:p>
          <a:p>
            <a:pPr marL="0" indent="0">
              <a:buNone/>
            </a:pPr>
            <a:r>
              <a:rPr dirty="0"/>
              <a:t>• Hands-on projects</a:t>
            </a:r>
          </a:p>
          <a:p>
            <a:pPr marL="0" indent="0">
              <a:buNone/>
            </a:pPr>
            <a:r>
              <a:rPr dirty="0"/>
              <a:t>• Networking + exposure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Projects: Web apps, automation, IoT, AI</a:t>
            </a:r>
          </a:p>
          <a:p>
            <a:r>
              <a:t>• Workshops &amp; Hackathons</a:t>
            </a:r>
          </a:p>
          <a:p>
            <a:r>
              <a:t>• Tech Talks &amp; Knowledge Sharing</a:t>
            </a:r>
          </a:p>
          <a:p>
            <a:r>
              <a:t>• Competitions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Successful past projects and events</a:t>
            </a:r>
          </a:p>
          <a:p>
            <a:r>
              <a:t>• Achievements by seniors</a:t>
            </a:r>
          </a:p>
          <a:p>
            <a:r>
              <a:t>• Collaborations and recognition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 the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Core Team (Batch 2023–24)</a:t>
            </a:r>
          </a:p>
          <a:p>
            <a:r>
              <a:t>• Seniors guiding freshers</a:t>
            </a:r>
          </a:p>
          <a:p>
            <a:r>
              <a:t>• Collaboration and fun learning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You Can Be Part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Active participation</a:t>
            </a:r>
          </a:p>
          <a:p>
            <a:r>
              <a:t>• Teamwork &amp; consistency</a:t>
            </a:r>
          </a:p>
          <a:p>
            <a:r>
              <a:t>• No prior skills needed – just curiosity!</a:t>
            </a:r>
          </a:p>
          <a:p>
            <a:r>
              <a:t>• Selection process details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Opportunities for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Learn in-demand technologies</a:t>
            </a:r>
          </a:p>
          <a:p>
            <a:r>
              <a:t>• Work on real projects</a:t>
            </a:r>
          </a:p>
          <a:p>
            <a:r>
              <a:t>• Build a strong portfolio</a:t>
            </a:r>
          </a:p>
          <a:p>
            <a:r>
              <a:t>• Get mentorship from seniors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Quick quiz / meme slide</a:t>
            </a:r>
          </a:p>
          <a:p>
            <a:r>
              <a:t>• 'Expectations vs Reality' of coding 😂</a:t>
            </a:r>
          </a:p>
          <a:p>
            <a:r>
              <a:t>• Interactive session with freshers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Aboard 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Let’s build the future, together!</a:t>
            </a:r>
          </a:p>
          <a:p>
            <a:r>
              <a:t>• Join us via QR code / contact info</a:t>
            </a:r>
          </a:p>
          <a:p>
            <a:r>
              <a:t>• IT Working Group, MIT Muzaffarpur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713</TotalTime>
  <Words>221</Words>
  <Application>Microsoft Office PowerPoint</Application>
  <PresentationFormat>On-screen Show (4:3)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IT Working Group – Induction 2025</vt:lpstr>
      <vt:lpstr>Who We Are</vt:lpstr>
      <vt:lpstr>Why Join ITWG?</vt:lpstr>
      <vt:lpstr>What We Do</vt:lpstr>
      <vt:lpstr>Our Achievements</vt:lpstr>
      <vt:lpstr>Meet the Team</vt:lpstr>
      <vt:lpstr>How You Can Be Part</vt:lpstr>
      <vt:lpstr>Opportunities for You</vt:lpstr>
      <vt:lpstr>Fun Element</vt:lpstr>
      <vt:lpstr>Welcome Aboard 🚀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Ravi Kumar</cp:lastModifiedBy>
  <cp:revision>1</cp:revision>
  <dcterms:created xsi:type="dcterms:W3CDTF">2013-01-27T09:14:16Z</dcterms:created>
  <dcterms:modified xsi:type="dcterms:W3CDTF">2025-08-20T15:48:25Z</dcterms:modified>
  <cp:category/>
</cp:coreProperties>
</file>